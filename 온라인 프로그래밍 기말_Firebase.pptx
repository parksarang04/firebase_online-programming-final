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4660"/>
  </p:normalViewPr>
  <p:slideViewPr>
    <p:cSldViewPr snapToGrid="0">
      <p:cViewPr varScale="1">
        <p:scale>
          <a:sx n="72" d="100"/>
          <a:sy n="72" d="100"/>
        </p:scale>
        <p:origin x="80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A017F5-322F-B821-A91F-E919562741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5289AC8-BAD3-817A-BBBD-6E7CA82CA2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2FA569-4E5A-897C-B566-96B796409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1EB99-BAD5-42A3-BAB8-33DF63712AD8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CEF4F9F-47F9-D9A9-29F1-A3AC2BDBD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9277AD-1E28-E938-8E8E-6D10CF4D3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6AC7B-2FF3-4101-B2C6-373E4E9981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7039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428F6B-0C80-EB8E-95E5-0497B59A1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B9A122-D4D0-4796-3E79-316A37833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448123-5A60-697A-A965-4B8065CBA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1EB99-BAD5-42A3-BAB8-33DF63712AD8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2E6431-053A-4D37-BD89-F504E913D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245B2C-7FD6-103A-0546-50EE705BA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6AC7B-2FF3-4101-B2C6-373E4E9981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1035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083A8F-D389-352E-3B98-7832202DC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9AFF83-4B96-8FBB-1641-15E5FE3F8C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7F6FA3-06CE-F336-DDF4-8FAA57CA1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1EB99-BAD5-42A3-BAB8-33DF63712AD8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7FD08F2-5D46-3566-3023-8B3E2887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7FA356-092A-FA58-B59A-226226B63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6AC7B-2FF3-4101-B2C6-373E4E9981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6624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BF6DB7-5232-A485-0013-99305446D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32A3737-ECDF-BB7D-123A-CCBC8DC928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3E2923A-E31B-820C-F7E1-A88155F13D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160C94C-3B04-79A6-88F7-BFB445A7D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1EB99-BAD5-42A3-BAB8-33DF63712AD8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80A72F0-8B30-958F-326F-3B8CEA4D0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B835F03-5D48-66E3-D178-4BC2AD4DC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6AC7B-2FF3-4101-B2C6-373E4E9981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0927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809398-D7A1-4578-FBE4-D4F49AE4E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358557D-CE0B-E80E-79AD-5D4113010A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3230BCA-59AD-6095-D21F-4A2BFA3F8B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373E09A-D6B6-4CE7-3A25-291877873C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4969F74-4754-4565-AE55-324FE65478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CCD4AD2-9E5A-7B16-F587-142BDAE92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1EB99-BAD5-42A3-BAB8-33DF63712AD8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1D46727-12A5-364C-00E0-3DA378220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7C04C4D-DE27-CC5D-B9E3-35DEF64EA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6AC7B-2FF3-4101-B2C6-373E4E9981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7503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57566A-5EE6-4950-A4E7-F4CE98A2F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9ED2909-F632-C0AE-765A-19E23DA2B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1EB99-BAD5-42A3-BAB8-33DF63712AD8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9AAC1F0-8A90-5D14-7B6A-153FEA1E4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ADB1762-240E-04B1-C36C-7FA6A9ED5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6AC7B-2FF3-4101-B2C6-373E4E9981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8511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E7D7093-196C-FF79-168E-5ACD2F0FC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1EB99-BAD5-42A3-BAB8-33DF63712AD8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29DDE9D-B1B0-5B7D-1411-F927A0AFE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0F10FE-AE3E-634F-1053-BD2F57D89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6AC7B-2FF3-4101-B2C6-373E4E9981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026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F48076-7C4A-4A62-A7EA-FA51FE834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A6C22C-D901-6E0F-DB9E-9F22F064CB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ED742A7-E7F2-4FAB-5813-B3395AF41C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F34993-1BAA-5A9E-DAD7-5725E3E03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1EB99-BAD5-42A3-BAB8-33DF63712AD8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4B80E5F-BD85-BCCB-A8D3-F80BB31C7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B4DA6E9-7DEC-A66A-29FE-42354E072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6AC7B-2FF3-4101-B2C6-373E4E9981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4001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D8D5B6-0E6F-8780-87DB-D1261CC28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0B71060-249E-E4E9-047F-98BF5949D2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35E0362-1E9B-9059-BBB4-6991314B0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733250D-F258-FD49-AB87-135040381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1EB99-BAD5-42A3-BAB8-33DF63712AD8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BF385E5-119F-220D-48CE-6A62C1C51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CEF19AF-CD5A-BAE3-FE47-988449612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6AC7B-2FF3-4101-B2C6-373E4E9981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8291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88C8B3-91D4-959D-2D0F-EEE866D2B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708F647-0AE2-58A7-41BC-4C56160983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E28D53-5EE4-17C2-D7B9-DB61EDD8A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1EB99-BAD5-42A3-BAB8-33DF63712AD8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2A300A-7FC0-2BE2-91AD-32B2613BE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68F863-E31D-B2EF-E991-1B352B758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6AC7B-2FF3-4101-B2C6-373E4E9981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6090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BEE4F73-D122-DAE3-70C6-D920386AD6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1D5E125-F893-E0F8-23B4-780407E712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681923-21AA-AF2F-B838-80455005A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1EB99-BAD5-42A3-BAB8-33DF63712AD8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C4ED11-E556-F459-4E9A-4EBF2CFAF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B7C885-23D9-D271-3635-4F7BA233A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6AC7B-2FF3-4101-B2C6-373E4E9981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2149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1BDF208-0E12-BA2D-4344-319E410C0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B31F78-6731-66B6-B26E-9553A555EF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1DD0A3-F9BA-8127-8544-C155A67C23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F1EB99-BAD5-42A3-BAB8-33DF63712AD8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0B10F16-2DB7-616B-BEDC-D5B47239F7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8AAFF7-B1C4-601C-1186-0152066761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F6AC7B-2FF3-4101-B2C6-373E4E9981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8661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8A61BE-18E7-C5AD-468B-B36187113C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온라인 프로그래밍 기말</a:t>
            </a:r>
            <a:r>
              <a:rPr lang="en-US" altLang="ko-KR" dirty="0"/>
              <a:t>_Firebase</a:t>
            </a:r>
            <a:br>
              <a:rPr lang="en-US" altLang="ko-KR" dirty="0"/>
            </a:b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122DE24-D992-0301-3B4E-B2593A4714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2023136088 </a:t>
            </a:r>
            <a:r>
              <a:rPr lang="ko-KR" altLang="en-US" dirty="0" err="1"/>
              <a:t>박사랑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11700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F122DE24-D992-0301-3B4E-B2593A471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414511"/>
            <a:ext cx="9144000" cy="1655762"/>
          </a:xfrm>
        </p:spPr>
        <p:txBody>
          <a:bodyPr/>
          <a:lstStyle/>
          <a:p>
            <a:r>
              <a:rPr lang="ko-KR" altLang="en-US" dirty="0"/>
              <a:t>현재 비어 있는 데이터입니다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84E2162-F81B-F2D0-E7B4-A043316626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652" y="295415"/>
            <a:ext cx="9939130" cy="5550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786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F122DE24-D992-0301-3B4E-B2593A471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27255"/>
            <a:ext cx="9144000" cy="1655762"/>
          </a:xfrm>
        </p:spPr>
        <p:txBody>
          <a:bodyPr/>
          <a:lstStyle/>
          <a:p>
            <a:r>
              <a:rPr lang="ko-KR" altLang="en-US" dirty="0"/>
              <a:t>회원가입 시 </a:t>
            </a:r>
            <a:r>
              <a:rPr lang="en-US" altLang="ko-KR" dirty="0"/>
              <a:t>Firebase</a:t>
            </a:r>
            <a:r>
              <a:rPr lang="ko-KR" altLang="en-US" dirty="0"/>
              <a:t>에 데이터가 들어왔습니다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3C4A8A9-AA53-0F01-40E6-982C1BE32E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31" y="291548"/>
            <a:ext cx="6701458" cy="345881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197020B-002E-EBE1-11A5-EC69A04869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5384" y="274983"/>
            <a:ext cx="6668431" cy="3696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105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2569FFA-6B65-86E9-FD0D-D0F955E3AC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174" y="284163"/>
            <a:ext cx="6620799" cy="3696216"/>
          </a:xfrm>
          <a:prstGeom prst="rect">
            <a:avLst/>
          </a:prstGeom>
        </p:spPr>
      </p:pic>
      <p:sp>
        <p:nvSpPr>
          <p:cNvPr id="6" name="부제목 2">
            <a:extLst>
              <a:ext uri="{FF2B5EF4-FFF2-40B4-BE49-F238E27FC236}">
                <a16:creationId xmlns:a16="http://schemas.microsoft.com/office/drawing/2014/main" id="{6E0718DB-B103-0205-5324-D48F2E248905}"/>
              </a:ext>
            </a:extLst>
          </p:cNvPr>
          <p:cNvSpPr txBox="1">
            <a:spLocks/>
          </p:cNvSpPr>
          <p:nvPr/>
        </p:nvSpPr>
        <p:spPr>
          <a:xfrm>
            <a:off x="1524000" y="4927255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500</a:t>
            </a:r>
            <a:r>
              <a:rPr lang="ko-KR" altLang="en-US" dirty="0"/>
              <a:t>코인으로 탕진했습니다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Inventory</a:t>
            </a:r>
            <a:r>
              <a:rPr lang="ko-KR" altLang="en-US" dirty="0"/>
              <a:t>에 </a:t>
            </a:r>
            <a:r>
              <a:rPr lang="en-US" altLang="ko-KR" dirty="0"/>
              <a:t>item </a:t>
            </a:r>
            <a:r>
              <a:rPr lang="ko-KR" altLang="en-US" dirty="0"/>
              <a:t>목록이 </a:t>
            </a:r>
            <a:r>
              <a:rPr lang="en-US" altLang="ko-KR" dirty="0"/>
              <a:t>Firebase</a:t>
            </a:r>
            <a:r>
              <a:rPr lang="ko-KR" altLang="en-US" dirty="0"/>
              <a:t>에 들어왔습니다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CB098E4-0196-8595-1A5F-984E400770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6474" y="503583"/>
            <a:ext cx="6388294" cy="2358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0324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부제목 2">
            <a:extLst>
              <a:ext uri="{FF2B5EF4-FFF2-40B4-BE49-F238E27FC236}">
                <a16:creationId xmlns:a16="http://schemas.microsoft.com/office/drawing/2014/main" id="{6E0718DB-B103-0205-5324-D48F2E248905}"/>
              </a:ext>
            </a:extLst>
          </p:cNvPr>
          <p:cNvSpPr txBox="1">
            <a:spLocks/>
          </p:cNvSpPr>
          <p:nvPr/>
        </p:nvSpPr>
        <p:spPr>
          <a:xfrm>
            <a:off x="1524000" y="4927255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인벤토리에서 </a:t>
            </a:r>
            <a:r>
              <a:rPr lang="en-US" altLang="ko-KR" dirty="0"/>
              <a:t>item </a:t>
            </a:r>
            <a:r>
              <a:rPr lang="ko-KR" altLang="en-US" dirty="0"/>
              <a:t>목록 확인 및 사용 가능합니다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D16D07E-53FF-169D-8320-FDDB075B0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869" y="132890"/>
            <a:ext cx="5125165" cy="329611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B4CB879-83AF-42AC-6DDF-A6635A2F78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0711" y="80495"/>
            <a:ext cx="6125430" cy="340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4896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</Words>
  <Application>Microsoft Office PowerPoint</Application>
  <PresentationFormat>와이드스크린</PresentationFormat>
  <Paragraphs>7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온라인 프로그래밍 기말_Firebase 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103-10</dc:creator>
  <cp:lastModifiedBy>103-10</cp:lastModifiedBy>
  <cp:revision>1</cp:revision>
  <dcterms:created xsi:type="dcterms:W3CDTF">2026-06-15T11:02:16Z</dcterms:created>
  <dcterms:modified xsi:type="dcterms:W3CDTF">2026-06-15T11:02:33Z</dcterms:modified>
</cp:coreProperties>
</file>